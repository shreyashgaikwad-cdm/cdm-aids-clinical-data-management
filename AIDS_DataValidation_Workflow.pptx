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6" d="100"/>
          <a:sy n="136" d="100"/>
        </p:scale>
        <p:origin x="22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770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B2B0"/>
          </a:solidFill>
          <a:ln w="12700">
            <a:solidFill>
              <a:srgbClr val="17B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64008" cy="3200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Clinical Trial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7B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Workflow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Clinical Data Validation &amp; Discrepancy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4114800" cy="411480"/>
          </a:xfrm>
          <a:prstGeom prst="roundRect">
            <a:avLst>
              <a:gd name="adj" fmla="val 15556"/>
            </a:avLst>
          </a:prstGeom>
          <a:solidFill>
            <a:srgbClr val="0E7C7B">
              <a:alpha val="70000"/>
            </a:srgbClr>
          </a:solidFill>
          <a:ln w="12700">
            <a:solidFill>
              <a:srgbClr val="17B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2,139-Subject Simulated AIDS Clinical Trial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Excel  ·  SQL  ·  Dashboard Reporting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379197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338328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015615" y="-14401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 Validation 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1082" y="503378"/>
            <a:ext cx="2390775" cy="348596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" name="Shape 4"/>
          <p:cNvSpPr/>
          <p:nvPr/>
        </p:nvSpPr>
        <p:spPr>
          <a:xfrm>
            <a:off x="3200401" y="457199"/>
            <a:ext cx="2390775" cy="348596"/>
          </a:xfrm>
          <a:prstGeom prst="rect">
            <a:avLst/>
          </a:prstGeom>
          <a:solidFill>
            <a:srgbClr val="1A527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7" name="Text 5"/>
          <p:cNvSpPr/>
          <p:nvPr/>
        </p:nvSpPr>
        <p:spPr>
          <a:xfrm>
            <a:off x="3200401" y="467506"/>
            <a:ext cx="2390775" cy="348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AIDS DATA</a:t>
            </a:r>
            <a:endParaRPr lang="en-US" sz="11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 · 2,139 Subjects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6798" y="847600"/>
            <a:ext cx="0" cy="153158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9" name="Shape 7"/>
          <p:cNvSpPr/>
          <p:nvPr/>
        </p:nvSpPr>
        <p:spPr>
          <a:xfrm rot="10800000">
            <a:off x="4355321" y="1018042"/>
            <a:ext cx="122954" cy="90938"/>
          </a:xfrm>
          <a:prstGeom prst="triangl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0" name="Shape 8"/>
          <p:cNvSpPr/>
          <p:nvPr/>
        </p:nvSpPr>
        <p:spPr>
          <a:xfrm>
            <a:off x="3236977" y="1199026"/>
            <a:ext cx="2390775" cy="348596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1" name="Shape 9"/>
          <p:cNvSpPr/>
          <p:nvPr/>
        </p:nvSpPr>
        <p:spPr>
          <a:xfrm>
            <a:off x="3200401" y="1162450"/>
            <a:ext cx="2390775" cy="348596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2" name="Text 10"/>
          <p:cNvSpPr/>
          <p:nvPr/>
        </p:nvSpPr>
        <p:spPr>
          <a:xfrm>
            <a:off x="3200401" y="1162450"/>
            <a:ext cx="2390775" cy="348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AIDS DATA</a:t>
            </a:r>
            <a:endParaRPr lang="en-US" sz="11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Introduced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36977" y="1893970"/>
            <a:ext cx="2390775" cy="348596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6" name="Shape 14"/>
          <p:cNvSpPr/>
          <p:nvPr/>
        </p:nvSpPr>
        <p:spPr>
          <a:xfrm>
            <a:off x="3200401" y="1857394"/>
            <a:ext cx="2390775" cy="348596"/>
          </a:xfrm>
          <a:prstGeom prst="rect">
            <a:avLst/>
          </a:prstGeom>
          <a:solidFill>
            <a:srgbClr val="8B451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7" name="Text 15"/>
          <p:cNvSpPr/>
          <p:nvPr/>
        </p:nvSpPr>
        <p:spPr>
          <a:xfrm>
            <a:off x="3200401" y="1857394"/>
            <a:ext cx="2390775" cy="348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1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36977" y="2588914"/>
            <a:ext cx="2390775" cy="348596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1" name="Shape 19"/>
          <p:cNvSpPr/>
          <p:nvPr/>
        </p:nvSpPr>
        <p:spPr>
          <a:xfrm>
            <a:off x="3200401" y="2552338"/>
            <a:ext cx="2390775" cy="348596"/>
          </a:xfrm>
          <a:prstGeom prst="rect">
            <a:avLst/>
          </a:prstGeom>
          <a:solidFill>
            <a:srgbClr val="E8A020"/>
          </a:solidFill>
          <a:ln w="12700">
            <a:solidFill>
              <a:srgbClr val="C8880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2" name="Text 20"/>
          <p:cNvSpPr/>
          <p:nvPr/>
        </p:nvSpPr>
        <p:spPr>
          <a:xfrm>
            <a:off x="3200401" y="2552338"/>
            <a:ext cx="2390775" cy="348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</a:t>
            </a:r>
            <a:endParaRPr lang="en-US" sz="11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Management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36977" y="3283858"/>
            <a:ext cx="2390775" cy="348596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6" name="Shape 24"/>
          <p:cNvSpPr/>
          <p:nvPr/>
        </p:nvSpPr>
        <p:spPr>
          <a:xfrm>
            <a:off x="3200401" y="3247282"/>
            <a:ext cx="2390775" cy="348596"/>
          </a:xfrm>
          <a:prstGeom prst="rect">
            <a:avLst/>
          </a:prstGeom>
          <a:solidFill>
            <a:srgbClr val="1E844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7" name="Text 25"/>
          <p:cNvSpPr/>
          <p:nvPr/>
        </p:nvSpPr>
        <p:spPr>
          <a:xfrm>
            <a:off x="3200401" y="3247282"/>
            <a:ext cx="2390775" cy="348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sz="11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Correction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36977" y="3978802"/>
            <a:ext cx="2390775" cy="348596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1" name="Shape 29"/>
          <p:cNvSpPr/>
          <p:nvPr/>
        </p:nvSpPr>
        <p:spPr>
          <a:xfrm>
            <a:off x="3200401" y="3942226"/>
            <a:ext cx="2390775" cy="348596"/>
          </a:xfrm>
          <a:prstGeom prst="rect">
            <a:avLst/>
          </a:prstGeom>
          <a:solidFill>
            <a:srgbClr val="0E7C7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2" name="Text 30"/>
          <p:cNvSpPr/>
          <p:nvPr/>
        </p:nvSpPr>
        <p:spPr>
          <a:xfrm>
            <a:off x="3200401" y="3942226"/>
            <a:ext cx="2390775" cy="348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VALIDATION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36977" y="4673746"/>
            <a:ext cx="2390775" cy="348596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6" name="Shape 34"/>
          <p:cNvSpPr/>
          <p:nvPr/>
        </p:nvSpPr>
        <p:spPr>
          <a:xfrm>
            <a:off x="3200401" y="4637170"/>
            <a:ext cx="2390775" cy="348596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7" name="Text 35"/>
          <p:cNvSpPr/>
          <p:nvPr/>
        </p:nvSpPr>
        <p:spPr>
          <a:xfrm>
            <a:off x="3200401" y="4637170"/>
            <a:ext cx="2390775" cy="348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DATABASE</a:t>
            </a:r>
            <a:endParaRPr lang="en-US" sz="11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&amp; Complete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42538" y="608587"/>
            <a:ext cx="2194560" cy="402336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42538" y="608587"/>
            <a:ext cx="21945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42538" y="60858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2266" y="1020067"/>
            <a:ext cx="1975104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379698" y="106578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Microsoft Excel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79698" y="1340107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&amp; error simulation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2266" y="1989331"/>
            <a:ext cx="1975104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79698" y="2035051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79698" y="2309371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 &amp; validation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52266" y="2958595"/>
            <a:ext cx="1975104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79698" y="3004315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79698" y="3278635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discrepancy mgmt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42538" y="3991867"/>
            <a:ext cx="2194560" cy="8412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242538" y="3991867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2,139</a:t>
            </a:r>
            <a:endParaRPr lang="en-US" sz="2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· Simulated Trial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-139636" y="505891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Clinical Data Validation &amp; Discrepancy Management · AIDS Clinical Trial Dataset</a:t>
            </a:r>
            <a:endParaRPr lang="en-US" sz="750" dirty="0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145BFC53-F37B-8F8E-3BA2-0BEA7E8AFEBD}"/>
              </a:ext>
            </a:extLst>
          </p:cNvPr>
          <p:cNvSpPr/>
          <p:nvPr/>
        </p:nvSpPr>
        <p:spPr>
          <a:xfrm>
            <a:off x="4436470" y="1567671"/>
            <a:ext cx="0" cy="153158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58DEDA46-AA68-D376-E6DA-9F133625AC06}"/>
              </a:ext>
            </a:extLst>
          </p:cNvPr>
          <p:cNvSpPr/>
          <p:nvPr/>
        </p:nvSpPr>
        <p:spPr>
          <a:xfrm rot="10800000">
            <a:off x="4374993" y="1738113"/>
            <a:ext cx="122954" cy="90938"/>
          </a:xfrm>
          <a:prstGeom prst="triangl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63A05DBC-F04D-6021-AE06-CCF1D40EC00C}"/>
              </a:ext>
            </a:extLst>
          </p:cNvPr>
          <p:cNvSpPr/>
          <p:nvPr/>
        </p:nvSpPr>
        <p:spPr>
          <a:xfrm>
            <a:off x="4446244" y="2244076"/>
            <a:ext cx="0" cy="153158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22CA40FF-0506-8151-9E36-B4D1358FD9D4}"/>
              </a:ext>
            </a:extLst>
          </p:cNvPr>
          <p:cNvSpPr/>
          <p:nvPr/>
        </p:nvSpPr>
        <p:spPr>
          <a:xfrm rot="10800000">
            <a:off x="4384767" y="2414518"/>
            <a:ext cx="122954" cy="90938"/>
          </a:xfrm>
          <a:prstGeom prst="triangl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47111442-2DCB-8631-F352-75AD3F09C26C}"/>
              </a:ext>
            </a:extLst>
          </p:cNvPr>
          <p:cNvSpPr/>
          <p:nvPr/>
        </p:nvSpPr>
        <p:spPr>
          <a:xfrm>
            <a:off x="4436470" y="2966954"/>
            <a:ext cx="0" cy="153158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E7BF7F69-54B6-B07C-0192-BA7709AE0BA7}"/>
              </a:ext>
            </a:extLst>
          </p:cNvPr>
          <p:cNvSpPr/>
          <p:nvPr/>
        </p:nvSpPr>
        <p:spPr>
          <a:xfrm rot="10800000">
            <a:off x="4374993" y="3137396"/>
            <a:ext cx="122954" cy="90938"/>
          </a:xfrm>
          <a:prstGeom prst="triangl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1" name="Shape 6">
            <a:extLst>
              <a:ext uri="{FF2B5EF4-FFF2-40B4-BE49-F238E27FC236}">
                <a16:creationId xmlns:a16="http://schemas.microsoft.com/office/drawing/2014/main" id="{1818A3D1-5D95-2E2C-25EC-42250F4ED371}"/>
              </a:ext>
            </a:extLst>
          </p:cNvPr>
          <p:cNvSpPr/>
          <p:nvPr/>
        </p:nvSpPr>
        <p:spPr>
          <a:xfrm>
            <a:off x="4433243" y="3652693"/>
            <a:ext cx="0" cy="153158"/>
          </a:xfrm>
          <a:prstGeom prst="line">
            <a:avLst/>
          </a:prstGeom>
          <a:noFill/>
          <a:ln w="317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2" name="Shape 7">
            <a:extLst>
              <a:ext uri="{FF2B5EF4-FFF2-40B4-BE49-F238E27FC236}">
                <a16:creationId xmlns:a16="http://schemas.microsoft.com/office/drawing/2014/main" id="{5F5E92D2-FA0B-850A-7915-8BAA1A710741}"/>
              </a:ext>
            </a:extLst>
          </p:cNvPr>
          <p:cNvSpPr/>
          <p:nvPr/>
        </p:nvSpPr>
        <p:spPr>
          <a:xfrm rot="10800000">
            <a:off x="4371766" y="3823135"/>
            <a:ext cx="122954" cy="90938"/>
          </a:xfrm>
          <a:prstGeom prst="triangl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107</Words>
  <Application>Microsoft Office PowerPoint</Application>
  <PresentationFormat>On-screen Show (16:9)</PresentationFormat>
  <Paragraphs>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AIDS Clinical Trial Data Validation Workflow</dc:title>
  <dc:subject>PptxGenJS Presentation</dc:subject>
  <dc:creator>PptxGenJS</dc:creator>
  <cp:lastModifiedBy>koustubh gaikwad</cp:lastModifiedBy>
  <cp:revision>4</cp:revision>
  <dcterms:created xsi:type="dcterms:W3CDTF">2026-05-25T12:39:43Z</dcterms:created>
  <dcterms:modified xsi:type="dcterms:W3CDTF">2026-05-25T13:37:30Z</dcterms:modified>
</cp:coreProperties>
</file>